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  <p:transition xmlns:p160="http://schemas.microsoft.com/office/powerpoint/2015/09/main" spd="med">
    <p160:morph option="byObject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