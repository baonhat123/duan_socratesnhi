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ox"/>
          <p:cNvSpPr/>
          <p:nvPr/>
        </p:nvSpPr>
        <p:spPr>
          <a:xfrm>
            <a:off x="1828800" y="1828800"/>
            <a:ext cx="2743200" cy="2743200"/>
          </a:xfrm>
          <a:prstGeom prst="rect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box"/>
          <p:cNvSpPr/>
          <p:nvPr/>
        </p:nvSpPr>
        <p:spPr>
          <a:xfrm rot="5400000">
            <a:off x="3657600" y="1828800"/>
            <a:ext cx="2743200" cy="2743200"/>
          </a:xfrm>
          <a:prstGeom prst="rect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60="http://schemas.microsoft.com/office/powerpoint/2015/09/main" spd="med">
    <p160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